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ustomXml" Target="../customXml/item1.xml"/><Relationship Id="rId2" Type="http://schemas.openxmlformats.org/officeDocument/2006/relationships/notesMaster" Target="notesMasters/notesMaster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3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8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Halisi Cosmetics – Conversational Architecture (LLM-powered)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Powered by Neotex.ai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Vision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Transform static hair care app into intelligent conversational assistant</a:t>
            </a:r>
          </a:p>
          <a:p>
            <a:r>
              <a:t>Serve both consumers and boutique owners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User Entry Points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Consumer Mode: Mobile/web chat interface</a:t>
            </a:r>
          </a:p>
          <a:p>
            <a:r>
              <a:t>Boutique Owner Mode: Dashboard 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Input Layer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Image capture &amp; segmentation</a:t>
            </a:r>
          </a:p>
          <a:p>
            <a:r>
              <a:t>Conversational questionnaire: allergies, pregnancy, hair goals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Hair Type Selection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AI proposes preliminary hair type</a:t>
            </a:r>
          </a:p>
          <a:p>
            <a:r>
              <a:t>User confirms or overrides manually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Profile Creation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Fusion of image + user choice + questionnaire</a:t>
            </a:r>
          </a:p>
          <a:p>
            <a:r>
              <a:t>Stored as dynamic dossier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Analysis &amp; Reasoning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AI diagnostic engine: texture, volume, classification</a:t>
            </a:r>
          </a:p>
          <a:p>
            <a:r>
              <a:t>LLM explains results in natural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Recommendation Engine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Consumer path: personalized products &amp; routines</a:t>
            </a:r>
          </a:p>
          <a:p>
            <a:r>
              <a:t>Boutique path: inventory-aware suggestions &amp; bundles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Memory &amp; Follow-up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User history &amp; CRM integration</a:t>
            </a:r>
          </a:p>
          <a:p>
            <a:r>
              <a:t>Ongoing personalization &amp; loyalty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Flow Summary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Greeting → Image → Segmentation → Hair Type → Q&amp;A → Profile → Analysis → Explanation → Recommendations → Follow-up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CD9EAF9421F24381DB6C2ED8833A61" ma:contentTypeVersion="15" ma:contentTypeDescription="Create a new document." ma:contentTypeScope="" ma:versionID="281f773b939ceecec6904ea0788a257e">
  <xsd:schema xmlns:xsd="http://www.w3.org/2001/XMLSchema" xmlns:xs="http://www.w3.org/2001/XMLSchema" xmlns:p="http://schemas.microsoft.com/office/2006/metadata/properties" xmlns:ns2="b3de3f91-5965-468b-8a04-ccaa851621c9" xmlns:ns3="a11e824a-cf93-40d8-a2a2-d374d522b290" targetNamespace="http://schemas.microsoft.com/office/2006/metadata/properties" ma:root="true" ma:fieldsID="5e75b2ecec55dd5fac1ef63080560dd3" ns2:_="" ns3:_="">
    <xsd:import namespace="b3de3f91-5965-468b-8a04-ccaa851621c9"/>
    <xsd:import namespace="a11e824a-cf93-40d8-a2a2-d374d522b2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de3f91-5965-468b-8a04-ccaa851621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ababb8c-27ca-4ba4-bfe7-6e578b1adf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e824a-cf93-40d8-a2a2-d374d522b29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7583ba-4df2-461d-8b23-0d7fb79d7a15}" ma:internalName="TaxCatchAll" ma:showField="CatchAllData" ma:web="a11e824a-cf93-40d8-a2a2-d374d522b2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de3f91-5965-468b-8a04-ccaa851621c9">
      <Terms xmlns="http://schemas.microsoft.com/office/infopath/2007/PartnerControls"/>
    </lcf76f155ced4ddcb4097134ff3c332f>
    <TaxCatchAll xmlns="a11e824a-cf93-40d8-a2a2-d374d522b290" xsi:nil="true"/>
  </documentManagement>
</p:properties>
</file>

<file path=customXml/itemProps1.xml><?xml version="1.0" encoding="utf-8"?>
<ds:datastoreItem xmlns:ds="http://schemas.openxmlformats.org/officeDocument/2006/customXml" ds:itemID="{66618AF6-ED66-4194-99C2-6DBFBEF04D83}"/>
</file>

<file path=customXml/itemProps2.xml><?xml version="1.0" encoding="utf-8"?>
<ds:datastoreItem xmlns:ds="http://schemas.openxmlformats.org/officeDocument/2006/customXml" ds:itemID="{E92A179F-0557-4A7E-9AFC-2A32CF4735C3}"/>
</file>

<file path=customXml/itemProps3.xml><?xml version="1.0" encoding="utf-8"?>
<ds:datastoreItem xmlns:ds="http://schemas.openxmlformats.org/officeDocument/2006/customXml" ds:itemID="{0DB5E658-0C76-4875-A66F-F40D9CC434FB}"/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A002SH</dc:creator>
  <cp:lastModifiedBy>Steve Canny</cp:lastModifiedBy>
  <dcterms:created xsi:type="dcterms:W3CDTF">2013-01-27T05:14:16Z</dcterms:created>
  <dcterms:modified xsi:type="dcterms:W3CDTF">2026-01-27T14:32:12Z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af1d417f5f8f4506aae54e067f91d9fe</vt:lpwstr>
  </property>
  <property fmtid="{D5CDD505-2E9C-101B-9397-08002B2CF9AE}" pid="3" name="ContentTypeId">
    <vt:lpwstr>0x01010025CD9EAF9421F24381DB6C2ED8833A61</vt:lpwstr>
  </property>
</Properties>
</file>